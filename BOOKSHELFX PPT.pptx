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60" r:id="rId6"/>
    <p:sldId id="259" r:id="rId7"/>
    <p:sldId id="25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2BA645F-CC54-5029-EC48-711D4C36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6526FCC6-1A03-2ECD-FD17-388C61072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7F9A2BF0-C238-BAA7-CC5D-C8AB1ADA3B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246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4AB0470-67AF-6DAE-3AFD-6E125622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23354C97-63C1-1326-8295-D5B69002D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D34EA543-62BC-2E58-EED7-37B4E0781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7151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5233838-212B-0BB3-4ACE-BC3928B5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2B0C12DB-40FF-4A3F-2339-CE925CD14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3A611AFD-8EB6-E7B5-4D7E-1B429C55A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795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92A95C4-03F0-B1C4-DDB2-00FF814B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E13B26F8-0778-D328-C667-A5F513C34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386800E9-4001-8026-E565-EAEEA864E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587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-250091" y="2834124"/>
            <a:ext cx="9308122" cy="1456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IN" dirty="0">
                <a:solidFill>
                  <a:schemeClr val="tx1"/>
                </a:solidFill>
              </a:rPr>
              <a:t>   </a:t>
            </a:r>
            <a:r>
              <a:rPr lang="en-IN" b="1" dirty="0">
                <a:solidFill>
                  <a:schemeClr val="tx1"/>
                </a:solidFill>
              </a:rPr>
              <a:t>78. </a:t>
            </a:r>
            <a:r>
              <a:rPr lang="en-IN" b="1" dirty="0" err="1">
                <a:solidFill>
                  <a:schemeClr val="tx1"/>
                </a:solidFill>
              </a:rPr>
              <a:t>BookShelfX</a:t>
            </a:r>
            <a:r>
              <a:rPr lang="en-IN" b="1" dirty="0">
                <a:solidFill>
                  <a:schemeClr val="tx1"/>
                </a:solidFill>
              </a:rPr>
              <a:t>: Digital Library Rental </a:t>
            </a:r>
          </a:p>
          <a:p>
            <a:pPr marL="0" lvl="0" indent="0"/>
            <a:endParaRPr lang="en-GB" sz="832" b="1" dirty="0">
              <a:solidFill>
                <a:schemeClr val="lt1"/>
              </a:solidFill>
            </a:endParaRPr>
          </a:p>
          <a:p>
            <a:pPr marL="0" lvl="0" indent="0"/>
            <a:endParaRPr lang="en-GB" sz="832" b="1" dirty="0">
              <a:solidFill>
                <a:schemeClr val="lt1"/>
              </a:solidFill>
            </a:endParaRPr>
          </a:p>
          <a:p>
            <a:pPr marL="0" lvl="0" indent="0"/>
            <a:r>
              <a:rPr lang="en-US" sz="1400" b="1" dirty="0">
                <a:solidFill>
                  <a:schemeClr val="lt1"/>
                </a:solidFill>
              </a:rPr>
              <a:t>NANDINI KIRAN SOLANKI</a:t>
            </a:r>
          </a:p>
          <a:p>
            <a:pPr marL="0" lvl="0" indent="0"/>
            <a:r>
              <a:rPr lang="en-US" sz="1400" b="1" dirty="0">
                <a:solidFill>
                  <a:schemeClr val="lt1"/>
                </a:solidFill>
              </a:rPr>
              <a:t>150096725189</a:t>
            </a:r>
            <a:endParaRPr sz="1400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Problem Statement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Your solution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Working (Method/Mind map)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Conclusion.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 dirty="0"/>
              <a:t>.</a:t>
            </a:r>
            <a:endParaRPr sz="1000"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B01C37D7-7BB5-CD20-6211-2AB02D05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7103F1E-D6B2-E226-E1CB-A519B7996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A81B50"/>
                </a:solidFill>
              </a:rPr>
              <a:t> PROBLEM STATEMENT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BB2BE0A-B9C1-F8B4-12FC-BA7ACDDB9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/>
              <a:t>Heading: Project Overview: </a:t>
            </a:r>
            <a:r>
              <a:rPr lang="en-IN" b="1" dirty="0" err="1"/>
              <a:t>BookShelfX</a:t>
            </a:r>
            <a:endParaRPr lang="en-IN" dirty="0"/>
          </a:p>
          <a:p>
            <a:r>
              <a:rPr lang="en-IN" b="1" dirty="0"/>
              <a:t>The Concept:</a:t>
            </a:r>
            <a:r>
              <a:rPr lang="en-IN" dirty="0"/>
              <a:t> A modern digital library rental platform designed to bridge the gap between traditional libraries and digital accessibility.</a:t>
            </a:r>
          </a:p>
          <a:p>
            <a:r>
              <a:rPr lang="en-IN" b="1" dirty="0"/>
              <a:t>The Mission:</a:t>
            </a:r>
            <a:r>
              <a:rPr lang="en-IN" dirty="0"/>
              <a:t> To provide a seamless, structured environment for users to browse, learn about authors, and rent eBooks.</a:t>
            </a:r>
          </a:p>
          <a:p>
            <a:r>
              <a:rPr lang="en-IN" b="1" dirty="0"/>
              <a:t>Target Features:</a:t>
            </a:r>
            <a:endParaRPr lang="en-IN" dirty="0"/>
          </a:p>
          <a:p>
            <a:pPr lvl="1"/>
            <a:r>
              <a:rPr lang="en-IN" dirty="0"/>
              <a:t>Curated </a:t>
            </a:r>
            <a:r>
              <a:rPr lang="en-IN" dirty="0" err="1"/>
              <a:t>catalog</a:t>
            </a:r>
            <a:r>
              <a:rPr lang="en-IN" dirty="0"/>
              <a:t> of 40–45 books.</a:t>
            </a:r>
          </a:p>
          <a:p>
            <a:pPr lvl="1"/>
            <a:r>
              <a:rPr lang="en-IN" dirty="0"/>
              <a:t>Grid-based UI with a warm-tone </a:t>
            </a:r>
            <a:r>
              <a:rPr lang="en-IN" dirty="0" err="1"/>
              <a:t>color</a:t>
            </a:r>
            <a:r>
              <a:rPr lang="en-IN" dirty="0"/>
              <a:t> theme and "Doto" typography.</a:t>
            </a:r>
          </a:p>
          <a:p>
            <a:pPr lvl="1"/>
            <a:r>
              <a:rPr lang="en-IN" dirty="0"/>
              <a:t>Interactive rental tracking via JavaScript.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5BB3B30E-0DDB-2793-736A-F17423B7C1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44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3E169053-26FB-80D0-3EB0-B96DEB7A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AE03185-BD02-B3D2-F886-1F68EAC66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SOLUTION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88AD472-451C-48DF-F2F1-0839D82A9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/>
              <a:t>Heading: The </a:t>
            </a:r>
            <a:r>
              <a:rPr lang="en-IN" b="1" dirty="0" err="1"/>
              <a:t>BookShelfX</a:t>
            </a:r>
            <a:r>
              <a:rPr lang="en-IN" b="1" dirty="0"/>
              <a:t> Experience</a:t>
            </a:r>
            <a:endParaRPr lang="en-IN" dirty="0"/>
          </a:p>
          <a:p>
            <a:r>
              <a:rPr lang="en-IN" b="1" dirty="0"/>
              <a:t>Smart Navigation:</a:t>
            </a:r>
            <a:r>
              <a:rPr lang="en-IN" dirty="0"/>
              <a:t> Five-page architecture including a Video-Hero homepage and a dedicated Authors profile section.</a:t>
            </a:r>
          </a:p>
          <a:p>
            <a:r>
              <a:rPr lang="en-IN" b="1" dirty="0"/>
              <a:t>The Digital </a:t>
            </a:r>
            <a:r>
              <a:rPr lang="en-IN" b="1" dirty="0" err="1"/>
              <a:t>Catalog</a:t>
            </a:r>
            <a:r>
              <a:rPr lang="en-IN" b="1" dirty="0"/>
              <a:t>:</a:t>
            </a:r>
            <a:r>
              <a:rPr lang="en-IN" dirty="0"/>
              <a:t>  Responsive grid layout with interactive hover effects.</a:t>
            </a:r>
          </a:p>
          <a:p>
            <a:pPr lvl="1"/>
            <a:r>
              <a:rPr lang="en-IN" dirty="0"/>
              <a:t>Sidebar filtering by genre, rating, and price.</a:t>
            </a:r>
          </a:p>
          <a:p>
            <a:r>
              <a:rPr lang="en-IN" b="1" dirty="0"/>
              <a:t>Deep Dive Details:</a:t>
            </a:r>
            <a:r>
              <a:rPr lang="en-IN" dirty="0"/>
              <a:t> Individual book pages featuring descriptions, "Read Sample" links, and instant rental options.</a:t>
            </a:r>
          </a:p>
          <a:p>
            <a:r>
              <a:rPr lang="en-IN" b="1" dirty="0"/>
              <a:t>User Library:</a:t>
            </a:r>
            <a:r>
              <a:rPr lang="en-IN" dirty="0"/>
              <a:t> A personalized space to manage rented titles and track active reading sessions.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A19857F6-4F5B-A144-14F2-65B8DFE545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877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4DD42A3-5ABF-2047-7922-6B2250D1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B07F15F-3B13-8952-2639-6A42039CD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WORKING (Method/Mind map)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3AF1C8BD-8014-698A-D6DC-491A5D7DD5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A605D01-C3A5-D58D-223D-87BFBD51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06" y="1251440"/>
            <a:ext cx="7086369" cy="344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891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66C9314-58CC-1C20-05A5-0E1AD86C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C9C8E15-92A3-71C0-23EC-2F0B95513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CONCLUSION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586137E-04B6-1289-AC4E-4C9782DD4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/>
              <a:t>Heading: Project Outcomes &amp; Future Scope</a:t>
            </a:r>
            <a:endParaRPr lang="en-IN" dirty="0"/>
          </a:p>
          <a:p>
            <a:r>
              <a:rPr lang="en-IN" b="1" dirty="0"/>
              <a:t>Key Results:</a:t>
            </a:r>
            <a:endParaRPr lang="en-IN" dirty="0"/>
          </a:p>
          <a:p>
            <a:pPr lvl="1"/>
            <a:r>
              <a:rPr lang="en-IN" dirty="0"/>
              <a:t>Successfully implemented a functional 7-day rental countdown.</a:t>
            </a:r>
          </a:p>
          <a:p>
            <a:pPr lvl="1"/>
            <a:r>
              <a:rPr lang="en-IN" dirty="0"/>
              <a:t>Achieved a scalable 45-book </a:t>
            </a:r>
            <a:r>
              <a:rPr lang="en-IN" dirty="0" err="1"/>
              <a:t>catalog</a:t>
            </a:r>
            <a:r>
              <a:rPr lang="en-IN" dirty="0"/>
              <a:t> with functional filtering.</a:t>
            </a:r>
          </a:p>
          <a:p>
            <a:pPr lvl="1"/>
            <a:r>
              <a:rPr lang="en-IN" dirty="0"/>
              <a:t>Delivered a high-fidelity, cohesive visual brand.</a:t>
            </a:r>
          </a:p>
          <a:p>
            <a:r>
              <a:rPr lang="en-IN" b="1" dirty="0"/>
              <a:t>The Verdict:</a:t>
            </a:r>
            <a:r>
              <a:rPr lang="en-IN" dirty="0"/>
              <a:t> </a:t>
            </a:r>
            <a:r>
              <a:rPr lang="en-IN" dirty="0" err="1"/>
              <a:t>BookShelfX</a:t>
            </a:r>
            <a:r>
              <a:rPr lang="en-IN" dirty="0"/>
              <a:t> proves that front-end technologies can effectively simulate complex library management systems.</a:t>
            </a:r>
          </a:p>
          <a:p>
            <a:r>
              <a:rPr lang="en-IN" b="1" dirty="0"/>
              <a:t>Next Steps:</a:t>
            </a:r>
            <a:r>
              <a:rPr lang="en-IN" dirty="0"/>
              <a:t>  Database integration for persistent user accounts.</a:t>
            </a:r>
          </a:p>
          <a:p>
            <a:pPr lvl="1"/>
            <a:r>
              <a:rPr lang="en-IN" dirty="0"/>
              <a:t>In-browser eReader interface.</a:t>
            </a:r>
          </a:p>
          <a:p>
            <a:pPr lvl="1"/>
            <a:r>
              <a:rPr lang="en-IN" dirty="0"/>
              <a:t>AI-driven book recommendations.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57D8AD80-2110-1B11-E8CE-B6159708CC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724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Macintosh PowerPoint</Application>
  <PresentationFormat>On-screen Show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Index</vt:lpstr>
      <vt:lpstr> PROBLEM STATEMENT</vt:lpstr>
      <vt:lpstr>SOLUTION</vt:lpstr>
      <vt:lpstr>WORKING (Method/Mind map)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918956275895</cp:lastModifiedBy>
  <cp:revision>1</cp:revision>
  <dcterms:modified xsi:type="dcterms:W3CDTF">2026-03-10T15:14:03Z</dcterms:modified>
</cp:coreProperties>
</file>